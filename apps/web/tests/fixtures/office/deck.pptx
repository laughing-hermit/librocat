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EB5A0E6-8B9F-45CA-8ECD-B8E23620770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 txBox="1"/>
          <p:nvPr/>
        </p:nvSpPr>
        <p:spPr>
          <a:xfrm>
            <a:off x="360000" y="4320000"/>
            <a:ext cx="7200000" cy="28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Mention the Team plan launch.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427BD8-3151-4FAA-9165-CFBF22DE6DF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2B1918-F459-4B3B-AD1E-BB0A8841CCA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5562172-C082-4CB9-BE5F-1F245CEA380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 txBox="1"/>
          <p:nvPr/>
        </p:nvSpPr>
        <p:spPr>
          <a:xfrm>
            <a:off x="360000" y="36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Quarterly review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360000" y="1800000"/>
            <a:ext cx="7200000" cy="28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Revenue grew 12%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Churn fell to 2%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 txBox="1"/>
          <p:nvPr/>
        </p:nvSpPr>
        <p:spPr>
          <a:xfrm>
            <a:off x="360000" y="36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Next steps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360000" y="1800000"/>
            <a:ext cx="7200000" cy="28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 librocat Cloud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